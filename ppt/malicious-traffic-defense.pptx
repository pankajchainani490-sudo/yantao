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各位老师好，我的项目题目是《基于机器学习的恶意流量识别系统》。本项目聚焦于恶意流量分类识别，并进一步完成告警、黑名单和可视化展示闭环。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这一页主要说明为什么要做这个项目，以及为什么引入机器学习方法，而不是只依赖静态规则。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强调项目不是单一模型实验，而是完整系统，包括训练、识别、展示和部署。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从数据采集到前端展示形成完整闭环，系统具备后续继续扩展的基础。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这里要重点说明木马流量优先使用公开恶意流量样本，而不是直接在本机运行真实木马，以保证实验安全性。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这页重点强调：不同攻击在流量节奏、端口行为和包长分布上存在差异，因此这些特征具备分类价值。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说明选择树模型的原因：适合表格特征、训练快、可解释性强、适合答辩展示。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要避免把演示样本结果直接等同于真实生产环境效果，表达要稳健。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强调后端不只是一个分类接口，而是整个展示和预警闭环的核心支撑。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说明前端页面都已经接入真实后端接口，不是静态原型图。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这一页是系统安全处置逻辑的重点，建议讲得更清楚一些。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答辩现场建议严格按这个顺序演示，结构最清晰。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这一页能体现项目的工程化能力，是很加分的一页。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强调答辩环境建议优先使用回放模式，因为它比实时抓包更稳定、可复现。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最后一页要强调本项目已经完成“从数据到展示到部署”的完整闭环。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800">
                <a:solidFill>
                  <a:srgbClr val="102C54"/>
                </a:solidFill>
                <a:latin typeface="Microsoft YaHei"/>
              </a:rPr>
              <a:t>基于机器学习的恶意流量识别系统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3B5C8E"/>
                </a:solidFill>
                <a:latin typeface="Microsoft YaHei"/>
              </a:rPr>
              <a:t>流量分析、机器学习、网络攻防一体化演示平台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585216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6E8C"/>
                </a:solidFill>
                <a:latin typeface="Microsoft YaHei"/>
              </a:rPr>
              <a:t>姓名 / 学号 / 专业 / 指导老师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项目背景与意义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当前网络环境中恶意流量持续增长，攻击手段不断变化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传统规则检测依赖特征库，泛化能力有限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机器学习可以从流量特征中自动学习分类边界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因此有必要构建一个结合流量分析、机器学习与可视化展示的识别系统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左侧放背景文字</a:t>
            </a:r>
            <a:br/>
            <a:r>
              <a:t>右侧可放“传统规则检测 vs 机器学习检测”的对比示意图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项目目标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本项目的核心目标包括：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识别正常流量、ARP 攻击、DDoS 攻击、木马流量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提取包长、端口、发包频率等关键特征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使用决策树和随机森林模型完成分类与预警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实现告警展示、黑名单管理和回放演示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支持 Ubuntu 部署与答辩展示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使用 5 个卡片或编号模块展示目标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系统分为四层：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数据层：原始数据、处理中数据、训练数据、演示数据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算法层：特征提取、模型训练、模型评估、模型推理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服务层：FastAPI + SQLite，提供识别、告警、黑名单、回放和指标接口</a:t>
            </a:r>
          </a:p>
          <a:p>
            <a:pPr>
              <a:spcAft>
                <a:spcPts val="800"/>
              </a:spcAft>
              <a:defRPr sz="2000">
                <a:solidFill>
                  <a:srgbClr val="263758"/>
                </a:solidFill>
                <a:latin typeface="Microsoft YaHei"/>
              </a:defRPr>
            </a:pPr>
            <a:r>
              <a:t>展示层：React 前端页面，包括 Dashboard、Detection、Replay、Blacklist、Metrics、Settings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使用自上而下或左到右分层结构图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数据来源与标签设计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数据方案采用：公共数据集 + 隔离实验抓包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公共数据集：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CIC-IDS2017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CIC-DDoS2019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CTU-13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标签设计：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benign -&gt; 0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arp_spoof -&gt; 1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ddos -&gt; 2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trojan -&gt;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左侧列数据来源</a:t>
            </a:r>
            <a:br/>
            <a:r>
              <a:t>右侧列标签映射表格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特征工程设计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基础特征：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源端口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目标端口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平均包长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最大包长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最小包长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包长标准差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频率和时序特征：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每秒包数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每秒字节数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流持续时间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衍生特征：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可拆成“基础特征”和“衍生特征”两栏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模型设计与训练流程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选用模型：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决策树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随机森林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训练流程：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样本整理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特征构建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划分训练集与测试集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训练模型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输出指标与混淆矩阵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保存模型文件和报告文件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上半部分放模型名称</a:t>
            </a:r>
            <a:br/>
            <a:r>
              <a:t>下半部分放流程箭头图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模型结果与性能指标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当前系统输出以下指标：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Accuracy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Precision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Recall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F1-score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Confusion Matrix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Feature Importance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当前样例训练集结果说明：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决策树和随机森林在演示数据上表现良好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当前指标主要用于证明系统流程正确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后续接入更真实数据后，指标会更接近实际场景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左边放指标摘要</a:t>
            </a:r>
            <a:br/>
            <a:r>
              <a:t>右边放混淆矩阵截图或示意图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后端服务设计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核心接口：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`GET /api/v1/health`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`POST /api/v1/predict`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`GET /api/v1/dashboard/summary`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`GET /api/v1/alerts`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`GET /api/v1/blacklist`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`POST /api/v1/replay/start`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`GET /api/v1/metrics/summary`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后端功能：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模型推理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告警记录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黑名单管理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左右两列：左边接口，右边职责说明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前端展示系统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当前前端已实现 6 个页面：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Dashboard 总览页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Detection 识别页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Replay 回放页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Blacklist 黑名单页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Metrics 指标页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Settings 配置页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用 6 个模块卡片展示页面名称和职责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黑名单与预警机制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黑名单机制设计：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模型识别恶意流量后生成告警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同一来源多次命中同一恶意类别，达到阈值后自动拉黑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支持人工手动加入黑名单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支持人工删除或解封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设计原则：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不是一次预测就永久封禁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采用“模型输出 + 阈值规则 + 人工管理”机制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使用流程图展示“预测 -&gt; 告警 -&gt; 命中计数 -&gt; 自动拉黑/人工管理”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系统演示流程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推荐现场演示顺序：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打开 Dashboard 展示整体统计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进入 Detection 页面，提交一条 DDoS 风格特征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查看预测结果与关键特征解释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打开 Blacklist 页面，展示自动拉黑和手动管理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打开 Replay 页面，分阶段演示 benign、ARP、DDoS、trojan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打开 Metrics 页面，说明模型结果和特征重要性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使用时间轴或编号流程图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测试与验证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项目采用 pytest 进行阶段性验证，当前已覆盖：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项目骨架验证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数据规范验证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特征流水线验证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模型训练验证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API 接口验证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部署就绪验证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演示材料验证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当前测试状态：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后端测试全部通过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列表 + 一张测试通过截图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Ubuntu 部署方案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部署目标：Ubuntu 22.04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部署结构：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前端：nginx 托管静态页面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后端：uvicorn + systemd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数据库：SQLite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已提供模板：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nginx 配置模板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systemd 服务模板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docker-compose 模板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Ubuntu 部署脚本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左边写部署结构，右边写模板文件名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0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12344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项目已完成：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数据规范设计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特征工程流水线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决策树与随机森林训练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后端识别与黑名单接口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前端可视化展示系统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pytest 自动化验证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Ubuntu 部署准备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答辩文稿与展示材料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后续展望：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接入更真实和更大规模的数据集</a:t>
            </a:r>
          </a:p>
          <a:p>
            <a:pPr>
              <a:spcAft>
                <a:spcPts val="800"/>
              </a:spcAft>
              <a:defRPr sz="1800">
                <a:solidFill>
                  <a:srgbClr val="263758"/>
                </a:solidFill>
                <a:latin typeface="Microsoft YaHei"/>
              </a:defRPr>
            </a:pPr>
            <a:r>
              <a:t>引入深度学习模型进行对比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2926080" cy="4526280"/>
          </a:xfrm>
          <a:prstGeom prst="roundRect">
            <a:avLst/>
          </a:prstGeom>
          <a:solidFill>
            <a:srgbClr val="F4F8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56032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F4F8D"/>
                </a:solidFill>
                <a:latin typeface="Microsoft YaHei"/>
              </a:defRPr>
            </a:pPr>
            <a:r>
              <a:t>版式建议</a:t>
            </a:r>
          </a:p>
          <a:p>
            <a:pPr>
              <a:spcBef>
                <a:spcPts val="800"/>
              </a:spcBef>
              <a:defRPr sz="1300">
                <a:solidFill>
                  <a:srgbClr val="495B7A"/>
                </a:solidFill>
                <a:latin typeface="Microsoft YaHei"/>
              </a:defRPr>
            </a:pPr>
            <a:r>
              <a:t>上半部分总结，下半部分展望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532120"/>
            <a:ext cx="2926080" cy="4572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E5E91"/>
                </a:solidFill>
                <a:latin typeface="Microsoft YaHei"/>
              </a:defRPr>
            </a:pPr>
            <a:r>
              <a:t>备注见讲稿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